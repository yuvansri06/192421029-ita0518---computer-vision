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81E8-DA3A-07E7-D0E3-DE5703E96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E5307-7A05-E1F4-8C98-F5B6C5DFF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0F63A-9C6F-06E0-D34E-DAC3EFA1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0EC89-A076-C8C2-47C9-F86A5390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62EC-4DCF-D839-C37D-2D32395E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D13F-213A-6EBA-7FA5-7E9856D6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34666-195D-0240-EE36-81EF5991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106F6-4F7D-387F-5704-3EAD5860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1DB94-B2B0-9D01-94CD-0BF735C5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463E5-C6FD-CDF2-333E-2B9A209D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CAB1-8D5B-B404-9706-DFCFF5E42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71F02-BD72-F050-1223-A796D0C1C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EB41C-AE3C-34A6-8509-501212A8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D312-2194-1C8F-91FB-CF3922B2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12DED-CC0D-AA10-6486-D43FABA8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1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1BBC-A012-1943-7576-14E5D4E5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1EC2E-B9A4-32DC-FE53-4B8DE307F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ABAF1-DADF-10B7-509C-F3587036B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CD42-5771-BAFD-AC6F-3C96E6AB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21F5-0E1B-0531-4AD5-5CA81F45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ABCF4-A76D-08D1-27A9-5931D284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4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3238-9AB5-B22A-E5CD-1DEFCCB3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AE196-6A4E-B593-C043-6A6441553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307DE-1DC4-50CA-A479-95381713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9FB2A-D4D0-82E4-8E18-57D5983DA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94324-31D2-FDEF-32D9-9DEB1647F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D71B0-C065-956A-6CF3-83013440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52E7-90D6-2ADC-1799-2566B1A0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46E1F-F405-CEB5-9C84-524CE1AA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C881-C63B-C976-C16C-264EE453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C10A3-8BA5-0D16-0E55-9A379ADC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CB2E1-25E3-7397-0B39-50B49474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D11CD-B491-7729-0B2D-5F94922D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4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5A4B2-44B3-C53F-E570-976349ED2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DA4A3-C4C7-5093-75DF-B4BBCC71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9906E-E75D-E783-1125-0BE8EC49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9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DC06-1608-E4BE-6BDA-66D459F9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70B4-90AE-AF60-C1CB-EB92945C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2BE9D-211B-2650-E208-41C3DF72B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C90D7-0CA1-6648-95D4-7B40FFA6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CF399-095A-8B2D-E225-031FAB4D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5B9B9-AA34-E3FC-3450-9B4FFFBF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7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8019-6B80-22D6-D962-0169DAF2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C05439-8CB6-4FD5-5121-2B292B4AC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DA73F-A4C4-C360-0C1A-5CEA1642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E4DFA-D7AC-6180-F77D-5C865CD1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3D31A-526C-97A9-244E-45243DC6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8721F-007D-57DE-F2E6-683C5549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7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35F0-D725-A207-6E88-C81BA731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FAF68-3052-417C-E7D0-F3EF64C70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C136-91DB-CBE1-4193-B885938B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179C3-1947-BBFC-5482-3E2E33FB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BE1B-B190-7A7C-D409-6BE34571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4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8C92F-4EC6-9C88-367D-21F67D101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3C3D5-BED4-CF98-0128-293445875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1848-2F4E-FB4B-2F21-F50340A3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230CC-E1BF-690D-0FD6-45D968A9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750F-F400-CBC0-C955-4C5ADA9B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2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DDFB7-6314-6BDB-0A61-63C8136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2EB3F-7FEB-2F85-3ADF-9E581627A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8483-9953-FD65-B42F-137FFA971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CCFC2-0D3B-422F-B761-0FB1319135C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6995-1597-DA37-FC51-213E87A0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0F595-655C-010A-B69E-229BA82A1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F7F52-7707-43DB-AB91-34D63A7BE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7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169ED-EA94-640C-0A99-07504C351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75A842-65CA-AB27-AA13-54451D26EDBA}"/>
              </a:ext>
            </a:extLst>
          </p:cNvPr>
          <p:cNvSpPr txBox="1"/>
          <p:nvPr/>
        </p:nvSpPr>
        <p:spPr>
          <a:xfrm>
            <a:off x="9871787" y="5327780"/>
            <a:ext cx="1856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 Yuvansri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192421029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51748-9179-6212-373A-C06A5488A6F1}"/>
              </a:ext>
            </a:extLst>
          </p:cNvPr>
          <p:cNvSpPr txBox="1"/>
          <p:nvPr/>
        </p:nvSpPr>
        <p:spPr>
          <a:xfrm>
            <a:off x="4650989" y="709126"/>
            <a:ext cx="2890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ITA0518 – Computer Vision </a:t>
            </a:r>
          </a:p>
        </p:txBody>
      </p:sp>
    </p:spTree>
    <p:extLst>
      <p:ext uri="{BB962C8B-B14F-4D97-AF65-F5344CB8AC3E}">
        <p14:creationId xmlns:p14="http://schemas.microsoft.com/office/powerpoint/2010/main" val="127224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B4E28-9AD0-C01D-62D6-37335C440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B5730-A41B-EF32-2091-1D9CE536B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3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E92ED-F0B8-D4F7-7777-D3EA867B4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3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618052-0021-A3E0-1D6E-9196E4FC5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3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DBB93-1863-22A4-474B-5773AB7F2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0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EDD33-1852-5BC8-E89B-3AFDD840D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49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ED06B-4079-A868-7E88-5B798869CBA9}"/>
              </a:ext>
            </a:extLst>
          </p:cNvPr>
          <p:cNvSpPr txBox="1"/>
          <p:nvPr/>
        </p:nvSpPr>
        <p:spPr>
          <a:xfrm>
            <a:off x="4483443" y="2967335"/>
            <a:ext cx="3225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892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Yuvansri A R</dc:creator>
  <cp:lastModifiedBy>Yuvansri A R</cp:lastModifiedBy>
  <cp:revision>1</cp:revision>
  <dcterms:created xsi:type="dcterms:W3CDTF">2026-08-05T05:50:48Z</dcterms:created>
  <dcterms:modified xsi:type="dcterms:W3CDTF">2026-08-05T05:55:35Z</dcterms:modified>
</cp:coreProperties>
</file>